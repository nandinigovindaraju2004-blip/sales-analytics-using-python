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Season-wise &amp; Region-wise Product Sales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dashboard helps analyze sales, profit, orders, and product performance in a simple visual 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Track sales performance</a:t>
            </a:r>
          </a:p>
          <a:p>
            <a:r>
              <a:t>• Analyze profit trends</a:t>
            </a:r>
          </a:p>
          <a:p>
            <a:r>
              <a:t>• Compare regions and seasons</a:t>
            </a:r>
          </a:p>
          <a:p>
            <a:r>
              <a:t>• Identify top products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Streamlit</a:t>
            </a:r>
          </a:p>
          <a:p>
            <a:r>
              <a:t>• Pandas</a:t>
            </a:r>
          </a:p>
          <a:p>
            <a:r>
              <a:t>• Plotly</a:t>
            </a:r>
          </a:p>
          <a:p>
            <a:r>
              <a:t>• CSV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KPI Cards</a:t>
            </a:r>
          </a:p>
          <a:p>
            <a:r>
              <a:t>• Sales Trend Charts</a:t>
            </a:r>
          </a:p>
          <a:p>
            <a:r>
              <a:t>• Region Analysis</a:t>
            </a:r>
          </a:p>
          <a:p>
            <a:r>
              <a:t>• Category Analysis</a:t>
            </a:r>
          </a:p>
          <a:p>
            <a:r>
              <a:t>• Data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Monthly Sales Trend</a:t>
            </a:r>
          </a:p>
          <a:p>
            <a:r>
              <a:t>• Season-wise Sales</a:t>
            </a:r>
          </a:p>
          <a:p>
            <a:r>
              <a:t>• Region vs Profit</a:t>
            </a:r>
          </a:p>
          <a:p>
            <a:r>
              <a:t>• Product Performance Heatmap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Easy decision making</a:t>
            </a:r>
          </a:p>
          <a:p>
            <a:r>
              <a:t>• Quick business insights</a:t>
            </a:r>
          </a:p>
          <a:p>
            <a:r>
              <a:t>• Better sales planning</a:t>
            </a:r>
          </a:p>
          <a:p>
            <a:r>
              <a:t>• Performance monitoring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provides a simple and effective way to understand sales performance and business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